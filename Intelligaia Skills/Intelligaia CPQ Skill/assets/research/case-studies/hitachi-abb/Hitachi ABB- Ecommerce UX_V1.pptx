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Century Gothic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637">
          <p15:clr>
            <a:srgbClr val="9AA0A6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2C1C1F-EA7E-45F1-867A-2AA323ADCD36}">
  <a:tblStyle styleId="{0B2C1C1F-EA7E-45F1-867A-2AA323ADCD3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637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CenturyGothic-regular.fntdata"/><Relationship Id="rId14" Type="http://schemas.openxmlformats.org/officeDocument/2006/relationships/slide" Target="slides/slide8.xml"/><Relationship Id="rId17" Type="http://schemas.openxmlformats.org/officeDocument/2006/relationships/font" Target="fonts/CenturyGothic-italic.fntdata"/><Relationship Id="rId16" Type="http://schemas.openxmlformats.org/officeDocument/2006/relationships/font" Target="fonts/CenturyGothic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CenturyGothic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e0c787ed4f_0_2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e0c787ed4f_0_2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79ed7c336_2_3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79ed7c336_2_3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579ed7c336_2_3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f0b9f6f90c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f0b9f6f90c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f0b9f6f90c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f0b9f6f90c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f0b9f6f90c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f0b9f6f90c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f0b9f6f90c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f0b9f6f90c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f0b9f6f90c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f0b9f6f90c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f0b9f6f90c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f0b9f6f90c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f0b9f6f90c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f0b9f6f90c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f0b9f6f90c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f0b9f6f99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f0b9f6f99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f0b9f6f99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3000"/>
              <a:buFont typeface="Century Gothic"/>
              <a:buNone/>
              <a:defRPr sz="3000">
                <a:solidFill>
                  <a:srgbClr val="55555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9pPr>
          </a:lstStyle>
          <a:p/>
        </p:txBody>
      </p:sp>
      <p:sp>
        <p:nvSpPr>
          <p:cNvPr id="15" name="Google Shape;15;p2"/>
          <p:cNvSpPr/>
          <p:nvPr/>
        </p:nvSpPr>
        <p:spPr>
          <a:xfrm>
            <a:off x="-11837" y="-6675"/>
            <a:ext cx="9175500" cy="584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-5913" y="4809539"/>
            <a:ext cx="9155700" cy="34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49" y="4830649"/>
            <a:ext cx="597050" cy="298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Google Shape;18;p2"/>
          <p:cNvCxnSpPr/>
          <p:nvPr/>
        </p:nvCxnSpPr>
        <p:spPr>
          <a:xfrm>
            <a:off x="-741" y="4809125"/>
            <a:ext cx="9148800" cy="0"/>
          </a:xfrm>
          <a:prstGeom prst="straightConnector1">
            <a:avLst/>
          </a:prstGeom>
          <a:noFill/>
          <a:ln cap="flat" cmpd="sng" w="9525">
            <a:solidFill>
              <a:srgbClr val="FF92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2"/>
          <p:cNvSpPr txBox="1"/>
          <p:nvPr/>
        </p:nvSpPr>
        <p:spPr>
          <a:xfrm>
            <a:off x="843200" y="4779011"/>
            <a:ext cx="8078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5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Copyright @ Forsys Software Pvt. Ltd.                                                                    	            						                                                                    Confidential </a:t>
            </a:r>
            <a:endParaRPr sz="75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FORSYS / UXD / T / 01     |     Date: 16-Dec-2019      |     Revision #: 00						</a:t>
            </a:r>
            <a:endParaRPr sz="75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2">
  <p:cSld name="BLANK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17088" r="0" t="0"/>
          <a:stretch/>
        </p:blipFill>
        <p:spPr>
          <a:xfrm>
            <a:off x="6012575" y="1835975"/>
            <a:ext cx="3144725" cy="216690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-6675" y="1835975"/>
            <a:ext cx="6072600" cy="21669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-6675" y="2442025"/>
            <a:ext cx="60726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24833" y="3088275"/>
            <a:ext cx="60096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>
                <a:solidFill>
                  <a:srgbClr val="FFFFFF"/>
                </a:solidFill>
              </a:defRPr>
            </a:lvl7pPr>
            <a:lvl8pPr lvl="7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>
                <a:solidFill>
                  <a:srgbClr val="FFFFFF"/>
                </a:solidFill>
              </a:defRPr>
            </a:lvl8pPr>
            <a:lvl9pPr lvl="8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-5927" y="88575"/>
            <a:ext cx="635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rgbClr val="D9D9D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ctr">
              <a:buNone/>
              <a:defRPr>
                <a:solidFill>
                  <a:srgbClr val="D9D9D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rtl="0" algn="ctr">
              <a:buNone/>
              <a:defRPr>
                <a:solidFill>
                  <a:srgbClr val="D9D9D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rtl="0" algn="ctr">
              <a:buNone/>
              <a:defRPr>
                <a:solidFill>
                  <a:srgbClr val="D9D9D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rtl="0" algn="ctr">
              <a:buNone/>
              <a:defRPr>
                <a:solidFill>
                  <a:srgbClr val="D9D9D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rtl="0" algn="ctr">
              <a:buNone/>
              <a:defRPr>
                <a:solidFill>
                  <a:srgbClr val="D9D9D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rtl="0" algn="ctr">
              <a:buNone/>
              <a:defRPr>
                <a:solidFill>
                  <a:srgbClr val="D9D9D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rtl="0" algn="ctr">
              <a:buNone/>
              <a:defRPr>
                <a:solidFill>
                  <a:srgbClr val="D9D9D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rtl="0" algn="ctr">
              <a:buNone/>
              <a:defRPr>
                <a:solidFill>
                  <a:srgbClr val="D9D9D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3"/>
          <p:cNvSpPr txBox="1"/>
          <p:nvPr/>
        </p:nvSpPr>
        <p:spPr>
          <a:xfrm>
            <a:off x="197400" y="4718078"/>
            <a:ext cx="87492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Copyright @ Forsys Software Pvt. Ltd.                                                                    	            						                                                              Confidential</a:t>
            </a:r>
            <a:endParaRPr sz="6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FORSYS / UXD / T / 01     |     Date: 16-Dec-2019      |     Revision #: 00	</a:t>
            </a:r>
            <a:endParaRPr sz="9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0338" y="322010"/>
            <a:ext cx="1856426" cy="1029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092" y="8"/>
            <a:ext cx="582950" cy="9924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" name="Google Shape;29;p3"/>
          <p:cNvCxnSpPr/>
          <p:nvPr/>
        </p:nvCxnSpPr>
        <p:spPr>
          <a:xfrm>
            <a:off x="4328450" y="357100"/>
            <a:ext cx="0" cy="975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2 1">
  <p:cSld name="BLANK_1_1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"/>
          <p:cNvPicPr preferRelativeResize="0"/>
          <p:nvPr/>
        </p:nvPicPr>
        <p:blipFill rotWithShape="1">
          <a:blip r:embed="rId2">
            <a:alphaModFix/>
          </a:blip>
          <a:srcRect b="0" l="17088" r="0" t="0"/>
          <a:stretch/>
        </p:blipFill>
        <p:spPr>
          <a:xfrm>
            <a:off x="6012575" y="1835975"/>
            <a:ext cx="3144725" cy="21669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-6675" y="1835975"/>
            <a:ext cx="6072600" cy="21669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>
            <p:ph type="title"/>
          </p:nvPr>
        </p:nvSpPr>
        <p:spPr>
          <a:xfrm>
            <a:off x="-6675" y="2442025"/>
            <a:ext cx="60726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4833" y="3088275"/>
            <a:ext cx="60096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>
                <a:solidFill>
                  <a:srgbClr val="FFFFFF"/>
                </a:solidFill>
              </a:defRPr>
            </a:lvl7pPr>
            <a:lvl8pPr lvl="7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>
                <a:solidFill>
                  <a:srgbClr val="FFFFFF"/>
                </a:solidFill>
              </a:defRPr>
            </a:lvl8pPr>
            <a:lvl9pPr lvl="8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-5927" y="88575"/>
            <a:ext cx="635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rgbClr val="D9D9D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ctr">
              <a:buNone/>
              <a:defRPr>
                <a:solidFill>
                  <a:srgbClr val="D9D9D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rtl="0" algn="ctr">
              <a:buNone/>
              <a:defRPr>
                <a:solidFill>
                  <a:srgbClr val="D9D9D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rtl="0" algn="ctr">
              <a:buNone/>
              <a:defRPr>
                <a:solidFill>
                  <a:srgbClr val="D9D9D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rtl="0" algn="ctr">
              <a:buNone/>
              <a:defRPr>
                <a:solidFill>
                  <a:srgbClr val="D9D9D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rtl="0" algn="ctr">
              <a:buNone/>
              <a:defRPr>
                <a:solidFill>
                  <a:srgbClr val="D9D9D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rtl="0" algn="ctr">
              <a:buNone/>
              <a:defRPr>
                <a:solidFill>
                  <a:srgbClr val="D9D9D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rtl="0" algn="ctr">
              <a:buNone/>
              <a:defRPr>
                <a:solidFill>
                  <a:srgbClr val="D9D9D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rtl="0" algn="ctr">
              <a:buNone/>
              <a:defRPr>
                <a:solidFill>
                  <a:srgbClr val="D9D9D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4"/>
          <p:cNvSpPr txBox="1"/>
          <p:nvPr/>
        </p:nvSpPr>
        <p:spPr>
          <a:xfrm>
            <a:off x="197400" y="4718078"/>
            <a:ext cx="87492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Copyright @ Forsys Software Pvt. Ltd.                                                                    	            						                                                              Confidential</a:t>
            </a:r>
            <a:endParaRPr sz="6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FORSYS / UXD / T / 01     |     Date: 16-Dec-2019      |     Revision #: 00	</a:t>
            </a:r>
            <a:endParaRPr sz="9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3788" y="322010"/>
            <a:ext cx="1856426" cy="1029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74567" y="8"/>
            <a:ext cx="582950" cy="99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6">
  <p:cSld name="OBJECT_3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title"/>
          </p:nvPr>
        </p:nvSpPr>
        <p:spPr>
          <a:xfrm>
            <a:off x="727175" y="0"/>
            <a:ext cx="77883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None/>
              <a:defRPr>
                <a:solidFill>
                  <a:srgbClr val="55555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5"/>
          <p:cNvSpPr/>
          <p:nvPr/>
        </p:nvSpPr>
        <p:spPr>
          <a:xfrm>
            <a:off x="-5911" y="-6675"/>
            <a:ext cx="635400" cy="584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-5927" y="88575"/>
            <a:ext cx="635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-5913" y="4809539"/>
            <a:ext cx="9155700" cy="3489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 txBox="1"/>
          <p:nvPr/>
        </p:nvSpPr>
        <p:spPr>
          <a:xfrm>
            <a:off x="727050" y="795250"/>
            <a:ext cx="7788300" cy="3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5"/>
          <p:cNvCxnSpPr/>
          <p:nvPr/>
        </p:nvCxnSpPr>
        <p:spPr>
          <a:xfrm>
            <a:off x="-741" y="4809125"/>
            <a:ext cx="9148800" cy="0"/>
          </a:xfrm>
          <a:prstGeom prst="straightConnector1">
            <a:avLst/>
          </a:prstGeom>
          <a:noFill/>
          <a:ln cap="flat" cmpd="sng" w="9525">
            <a:solidFill>
              <a:srgbClr val="FF92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6" name="Google Shape;4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2449" y="4830649"/>
            <a:ext cx="597050" cy="2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 txBox="1"/>
          <p:nvPr/>
        </p:nvSpPr>
        <p:spPr>
          <a:xfrm>
            <a:off x="843200" y="4779011"/>
            <a:ext cx="8078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75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Copyright @ Forsys Software Pvt. Ltd.                                                                    	            						                                                                    Confidential </a:t>
            </a:r>
            <a:endParaRPr sz="75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FORSYS / UXD / T / 01     |     Date: 16-Dec-2019      |     Revision #: 00						</a:t>
            </a:r>
            <a:endParaRPr sz="6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OBJECT_4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727175" y="0"/>
            <a:ext cx="77883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None/>
              <a:defRPr>
                <a:solidFill>
                  <a:srgbClr val="55555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727050" y="795250"/>
            <a:ext cx="7788300" cy="3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800">
                <a:solidFill>
                  <a:srgbClr val="434343"/>
                </a:solidFill>
              </a:defRPr>
            </a:lvl1pPr>
            <a:lvl2pPr indent="-2984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100"/>
              <a:buChar char="○"/>
              <a:defRPr sz="1400">
                <a:solidFill>
                  <a:srgbClr val="434343"/>
                </a:solidFill>
              </a:defRPr>
            </a:lvl2pPr>
            <a:lvl3pPr indent="-2857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900"/>
              <a:buChar char="■"/>
              <a:defRPr sz="1200">
                <a:solidFill>
                  <a:srgbClr val="434343"/>
                </a:solidFill>
              </a:defRPr>
            </a:lvl3pPr>
            <a:lvl4pPr indent="-2857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900"/>
              <a:buChar char="●"/>
              <a:defRPr sz="1200">
                <a:solidFill>
                  <a:srgbClr val="434343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800"/>
              <a:buChar char="○"/>
              <a:defRPr sz="1100">
                <a:solidFill>
                  <a:srgbClr val="434343"/>
                </a:solidFill>
              </a:defRPr>
            </a:lvl5pPr>
            <a:lvl6pPr indent="-2794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800"/>
              <a:buChar char="■"/>
              <a:defRPr sz="1100">
                <a:solidFill>
                  <a:srgbClr val="434343"/>
                </a:solidFill>
              </a:defRPr>
            </a:lvl6pPr>
            <a:lvl7pPr indent="-2794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800"/>
              <a:buChar char="●"/>
              <a:defRPr sz="1000">
                <a:solidFill>
                  <a:srgbClr val="434343"/>
                </a:solidFill>
              </a:defRPr>
            </a:lvl7pPr>
            <a:lvl8pPr indent="-2794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800"/>
              <a:buChar char="○"/>
              <a:defRPr sz="1000">
                <a:solidFill>
                  <a:srgbClr val="434343"/>
                </a:solidFill>
              </a:defRPr>
            </a:lvl8pPr>
            <a:lvl9pPr indent="-27305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700"/>
              <a:buChar char="■"/>
              <a:defRPr sz="9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1" name="Google Shape;51;p6"/>
          <p:cNvSpPr/>
          <p:nvPr/>
        </p:nvSpPr>
        <p:spPr>
          <a:xfrm>
            <a:off x="-5911" y="-6675"/>
            <a:ext cx="635400" cy="584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-5913" y="4809539"/>
            <a:ext cx="9155700" cy="34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6"/>
          <p:cNvCxnSpPr/>
          <p:nvPr/>
        </p:nvCxnSpPr>
        <p:spPr>
          <a:xfrm>
            <a:off x="-741" y="4809125"/>
            <a:ext cx="9148800" cy="0"/>
          </a:xfrm>
          <a:prstGeom prst="straightConnector1">
            <a:avLst/>
          </a:prstGeom>
          <a:noFill/>
          <a:ln cap="flat" cmpd="sng" w="9525">
            <a:solidFill>
              <a:srgbClr val="FF92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4" name="Google Shape;5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2449" y="4830649"/>
            <a:ext cx="597050" cy="2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 txBox="1"/>
          <p:nvPr/>
        </p:nvSpPr>
        <p:spPr>
          <a:xfrm>
            <a:off x="843200" y="4779011"/>
            <a:ext cx="8078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5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Copyright @ Forsys Software Pvt. Ltd.                                                                    	            						                                                                    Confidential </a:t>
            </a:r>
            <a:endParaRPr sz="75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FORSYS / UXD / T / 01     |     Date: 16-Dec-2019      |     Revision #: 00						</a:t>
            </a:r>
            <a:endParaRPr sz="75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-5927" y="88575"/>
            <a:ext cx="635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13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623900" y="2241387"/>
            <a:ext cx="83091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3600"/>
              <a:buFont typeface="Century Gothic"/>
              <a:buNone/>
              <a:defRPr sz="3600">
                <a:solidFill>
                  <a:srgbClr val="55555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3600"/>
              <a:buNone/>
              <a:defRPr sz="3600">
                <a:solidFill>
                  <a:srgbClr val="555555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3600"/>
              <a:buNone/>
              <a:defRPr sz="3600">
                <a:solidFill>
                  <a:srgbClr val="555555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3600"/>
              <a:buNone/>
              <a:defRPr sz="3600">
                <a:solidFill>
                  <a:srgbClr val="555555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3600"/>
              <a:buNone/>
              <a:defRPr sz="3600">
                <a:solidFill>
                  <a:srgbClr val="555555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3600"/>
              <a:buNone/>
              <a:defRPr sz="3600">
                <a:solidFill>
                  <a:srgbClr val="555555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3600"/>
              <a:buNone/>
              <a:defRPr sz="3600">
                <a:solidFill>
                  <a:srgbClr val="555555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3600"/>
              <a:buNone/>
              <a:defRPr sz="3600">
                <a:solidFill>
                  <a:srgbClr val="555555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3600"/>
              <a:buNone/>
              <a:defRPr sz="3600">
                <a:solidFill>
                  <a:srgbClr val="555555"/>
                </a:solidFill>
              </a:defRPr>
            </a:lvl9pPr>
          </a:lstStyle>
          <a:p/>
        </p:txBody>
      </p:sp>
      <p:sp>
        <p:nvSpPr>
          <p:cNvPr id="59" name="Google Shape;59;p7"/>
          <p:cNvSpPr/>
          <p:nvPr/>
        </p:nvSpPr>
        <p:spPr>
          <a:xfrm>
            <a:off x="-5911" y="2210350"/>
            <a:ext cx="635400" cy="584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-5913" y="4809539"/>
            <a:ext cx="9155700" cy="34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7"/>
          <p:cNvCxnSpPr/>
          <p:nvPr/>
        </p:nvCxnSpPr>
        <p:spPr>
          <a:xfrm>
            <a:off x="-741" y="4809125"/>
            <a:ext cx="9148800" cy="0"/>
          </a:xfrm>
          <a:prstGeom prst="straightConnector1">
            <a:avLst/>
          </a:prstGeom>
          <a:noFill/>
          <a:ln cap="flat" cmpd="sng" w="9525">
            <a:solidFill>
              <a:srgbClr val="FF92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2" name="Google Shape;6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2449" y="4830649"/>
            <a:ext cx="597050" cy="2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843200" y="4779011"/>
            <a:ext cx="8078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5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Copyright @ Forsys Software Pvt. Ltd.                                                                    	            						                                                                    Confidential </a:t>
            </a:r>
            <a:endParaRPr sz="75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FORSYS / UXD / T / 01     |     Date: 16-Dec-2019      |     Revision #: 00						</a:t>
            </a:r>
            <a:endParaRPr sz="75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 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 rotWithShape="1">
          <a:blip r:embed="rId2">
            <a:alphaModFix/>
          </a:blip>
          <a:srcRect b="6472" l="0" r="0" t="0"/>
          <a:stretch/>
        </p:blipFill>
        <p:spPr>
          <a:xfrm>
            <a:off x="-11824" y="-16531"/>
            <a:ext cx="3993999" cy="4979303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/>
          <p:nvPr/>
        </p:nvSpPr>
        <p:spPr>
          <a:xfrm>
            <a:off x="-11837" y="4565312"/>
            <a:ext cx="9175500" cy="584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 txBox="1"/>
          <p:nvPr/>
        </p:nvSpPr>
        <p:spPr>
          <a:xfrm>
            <a:off x="197400" y="4661950"/>
            <a:ext cx="87492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Copyright @ Forsys Software Pvt. Ltd.                                                                    	            						                                                              Confidential</a:t>
            </a:r>
            <a:endParaRPr sz="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FORSYS / UXD / T / 01     |     Date: 16-Dec-2019      |     Revision #: 00	</a:t>
            </a:r>
            <a:endParaRPr sz="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6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/>
          <p:nvPr>
            <p:ph type="title"/>
          </p:nvPr>
        </p:nvSpPr>
        <p:spPr>
          <a:xfrm>
            <a:off x="727175" y="0"/>
            <a:ext cx="77883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None/>
              <a:defRPr>
                <a:solidFill>
                  <a:srgbClr val="55555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" type="body"/>
          </p:nvPr>
        </p:nvSpPr>
        <p:spPr>
          <a:xfrm>
            <a:off x="727050" y="795250"/>
            <a:ext cx="7788300" cy="3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C2C2C"/>
              </a:buClr>
              <a:buSzPts val="1800"/>
              <a:buChar char="●"/>
              <a:defRPr sz="1800">
                <a:solidFill>
                  <a:srgbClr val="2C2C2C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C2C2C"/>
              </a:buClr>
              <a:buSzPts val="1400"/>
              <a:buChar char="○"/>
              <a:defRPr sz="1400">
                <a:solidFill>
                  <a:srgbClr val="2C2C2C"/>
                </a:solidFill>
              </a:defRPr>
            </a:lvl2pPr>
            <a:lvl3pPr indent="-3048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C2C2C"/>
              </a:buClr>
              <a:buSzPts val="1200"/>
              <a:buChar char="■"/>
              <a:defRPr sz="1200">
                <a:solidFill>
                  <a:srgbClr val="2C2C2C"/>
                </a:solidFill>
              </a:defRPr>
            </a:lvl3pPr>
            <a:lvl4pPr indent="-3048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C2C2C"/>
              </a:buClr>
              <a:buSzPts val="1200"/>
              <a:buChar char="●"/>
              <a:defRPr sz="1200">
                <a:solidFill>
                  <a:srgbClr val="2C2C2C"/>
                </a:solidFill>
              </a:defRPr>
            </a:lvl4pPr>
            <a:lvl5pPr indent="-2984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C2C2C"/>
              </a:buClr>
              <a:buSzPts val="1100"/>
              <a:buChar char="○"/>
              <a:defRPr sz="1100">
                <a:solidFill>
                  <a:srgbClr val="2C2C2C"/>
                </a:solidFill>
              </a:defRPr>
            </a:lvl5pPr>
            <a:lvl6pPr indent="-29845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C2C2C"/>
              </a:buClr>
              <a:buSzPts val="1100"/>
              <a:buChar char="■"/>
              <a:defRPr sz="1100">
                <a:solidFill>
                  <a:srgbClr val="2C2C2C"/>
                </a:solidFill>
              </a:defRPr>
            </a:lvl6pPr>
            <a:lvl7pPr indent="-2921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C2C2C"/>
              </a:buClr>
              <a:buSzPts val="1000"/>
              <a:buChar char="●"/>
              <a:defRPr sz="1000">
                <a:solidFill>
                  <a:srgbClr val="2C2C2C"/>
                </a:solidFill>
              </a:defRPr>
            </a:lvl7pPr>
            <a:lvl8pPr indent="-2921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C2C2C"/>
              </a:buClr>
              <a:buSzPts val="1000"/>
              <a:buChar char="○"/>
              <a:defRPr sz="1000">
                <a:solidFill>
                  <a:srgbClr val="2C2C2C"/>
                </a:solidFill>
              </a:defRPr>
            </a:lvl8pPr>
            <a:lvl9pPr indent="-28575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C2C2C"/>
              </a:buClr>
              <a:buSzPts val="900"/>
              <a:buChar char="■"/>
              <a:defRPr sz="900">
                <a:solidFill>
                  <a:srgbClr val="2C2C2C"/>
                </a:solidFill>
              </a:defRPr>
            </a:lvl9pPr>
          </a:lstStyle>
          <a:p/>
        </p:txBody>
      </p:sp>
      <p:sp>
        <p:nvSpPr>
          <p:cNvPr id="71" name="Google Shape;71;p9"/>
          <p:cNvSpPr/>
          <p:nvPr/>
        </p:nvSpPr>
        <p:spPr>
          <a:xfrm>
            <a:off x="-5911" y="-6675"/>
            <a:ext cx="635400" cy="584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9"/>
          <p:cNvSpPr/>
          <p:nvPr/>
        </p:nvSpPr>
        <p:spPr>
          <a:xfrm>
            <a:off x="-5913" y="4809539"/>
            <a:ext cx="9155700" cy="3489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p9"/>
          <p:cNvCxnSpPr/>
          <p:nvPr/>
        </p:nvCxnSpPr>
        <p:spPr>
          <a:xfrm>
            <a:off x="-741" y="4809125"/>
            <a:ext cx="9148800" cy="0"/>
          </a:xfrm>
          <a:prstGeom prst="straightConnector1">
            <a:avLst/>
          </a:prstGeom>
          <a:noFill/>
          <a:ln cap="flat" cmpd="sng" w="9525">
            <a:solidFill>
              <a:srgbClr val="FF92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4" name="Google Shape;74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2449" y="4830649"/>
            <a:ext cx="597050" cy="2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/>
        </p:nvSpPr>
        <p:spPr>
          <a:xfrm>
            <a:off x="843200" y="4779011"/>
            <a:ext cx="8078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5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Copyright @ Forsys Software Pvt. Ltd.                                                                    	            						                                                                    Confidential </a:t>
            </a:r>
            <a:endParaRPr sz="75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FORSYS / UXD / T / 01     |     Date: 16-Dec-2019      |     Revision #: 00						</a:t>
            </a:r>
            <a:endParaRPr sz="75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9"/>
          <p:cNvSpPr txBox="1"/>
          <p:nvPr/>
        </p:nvSpPr>
        <p:spPr>
          <a:xfrm>
            <a:off x="-5927" y="88575"/>
            <a:ext cx="635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13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4">
  <p:cSld name="OBJECT_4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/>
          <p:nvPr>
            <p:ph type="title"/>
          </p:nvPr>
        </p:nvSpPr>
        <p:spPr>
          <a:xfrm>
            <a:off x="727175" y="0"/>
            <a:ext cx="77883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None/>
              <a:defRPr>
                <a:solidFill>
                  <a:srgbClr val="55555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0"/>
          <p:cNvSpPr/>
          <p:nvPr/>
        </p:nvSpPr>
        <p:spPr>
          <a:xfrm>
            <a:off x="-5911" y="-6675"/>
            <a:ext cx="635400" cy="584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/>
          <p:nvPr>
            <p:ph idx="12" type="sldNum"/>
          </p:nvPr>
        </p:nvSpPr>
        <p:spPr>
          <a:xfrm>
            <a:off x="-5927" y="88575"/>
            <a:ext cx="635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10"/>
          <p:cNvSpPr/>
          <p:nvPr/>
        </p:nvSpPr>
        <p:spPr>
          <a:xfrm>
            <a:off x="-5913" y="4809539"/>
            <a:ext cx="9155700" cy="3489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10"/>
          <p:cNvCxnSpPr/>
          <p:nvPr/>
        </p:nvCxnSpPr>
        <p:spPr>
          <a:xfrm>
            <a:off x="-741" y="4809125"/>
            <a:ext cx="9148800" cy="0"/>
          </a:xfrm>
          <a:prstGeom prst="straightConnector1">
            <a:avLst/>
          </a:prstGeom>
          <a:noFill/>
          <a:ln cap="flat" cmpd="sng" w="9525">
            <a:solidFill>
              <a:srgbClr val="FF92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2449" y="4830649"/>
            <a:ext cx="597050" cy="2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0"/>
          <p:cNvSpPr txBox="1"/>
          <p:nvPr/>
        </p:nvSpPr>
        <p:spPr>
          <a:xfrm>
            <a:off x="843200" y="4779011"/>
            <a:ext cx="8078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75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Copyright @ Forsys Software Pvt. Ltd.                                                                    	            						                  Confidential    |    Restricted Use </a:t>
            </a:r>
            <a:endParaRPr sz="75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FORSYS/UXD/T/01     |     Date: 16-Dec-2019      |     Revision #: 00						</a:t>
            </a:r>
            <a:endParaRPr sz="6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7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/>
          <p:nvPr>
            <p:ph type="title"/>
          </p:nvPr>
        </p:nvSpPr>
        <p:spPr>
          <a:xfrm>
            <a:off x="727175" y="0"/>
            <a:ext cx="77883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None/>
              <a:defRPr>
                <a:solidFill>
                  <a:srgbClr val="55555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1"/>
          <p:cNvSpPr/>
          <p:nvPr/>
        </p:nvSpPr>
        <p:spPr>
          <a:xfrm>
            <a:off x="-5911" y="-6675"/>
            <a:ext cx="635400" cy="584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/>
          <p:nvPr>
            <p:ph idx="12" type="sldNum"/>
          </p:nvPr>
        </p:nvSpPr>
        <p:spPr>
          <a:xfrm>
            <a:off x="-5927" y="88575"/>
            <a:ext cx="635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rtl="0" algn="ctr"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11"/>
          <p:cNvSpPr/>
          <p:nvPr/>
        </p:nvSpPr>
        <p:spPr>
          <a:xfrm>
            <a:off x="-5913" y="4809539"/>
            <a:ext cx="9155700" cy="3489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1"/>
          <p:cNvSpPr txBox="1"/>
          <p:nvPr/>
        </p:nvSpPr>
        <p:spPr>
          <a:xfrm>
            <a:off x="727050" y="795250"/>
            <a:ext cx="7788300" cy="3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11"/>
          <p:cNvCxnSpPr/>
          <p:nvPr/>
        </p:nvCxnSpPr>
        <p:spPr>
          <a:xfrm>
            <a:off x="-741" y="4809125"/>
            <a:ext cx="9148800" cy="0"/>
          </a:xfrm>
          <a:prstGeom prst="straightConnector1">
            <a:avLst/>
          </a:prstGeom>
          <a:noFill/>
          <a:ln cap="flat" cmpd="sng" w="9525">
            <a:solidFill>
              <a:srgbClr val="FF92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2" name="Google Shape;9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2449" y="4830649"/>
            <a:ext cx="597050" cy="2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1"/>
          <p:cNvSpPr txBox="1"/>
          <p:nvPr/>
        </p:nvSpPr>
        <p:spPr>
          <a:xfrm>
            <a:off x="843200" y="4779011"/>
            <a:ext cx="8078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75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Copyright @ Forsys Software Pvt. Ltd.                                                                    	            						                  Confidential    |    Restricted Use </a:t>
            </a:r>
            <a:endParaRPr sz="75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FORSYS/UXD/T/01     |     Date: 16-Dec-2019      |     Revision #: 00						</a:t>
            </a:r>
            <a:endParaRPr sz="6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0"/>
            <a:ext cx="78867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Century Gothic"/>
              <a:buNone/>
              <a:defRPr b="1" i="0" sz="2400" u="none" cap="none" strike="noStrike">
                <a:solidFill>
                  <a:srgbClr val="55555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727050" y="795250"/>
            <a:ext cx="7788300" cy="3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575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■"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○"/>
              <a:def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794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■"/>
              <a:def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794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  <a:def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794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○"/>
              <a:def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7305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■"/>
              <a:defRPr b="0" i="0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figma.com/proto/ykfP3MoWnbG78OoIcvtlLP/Wirerame?page-id=2%3A2634&amp;node-id=166%3A13187&amp;viewport=307%2C48%2C0.07&amp;scaling=scale-down&amp;starting-point-node-id=166%3A13187&amp;show-proto-sidebar=1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 txBox="1"/>
          <p:nvPr>
            <p:ph type="title"/>
          </p:nvPr>
        </p:nvSpPr>
        <p:spPr>
          <a:xfrm>
            <a:off x="2440425" y="2413986"/>
            <a:ext cx="3306900" cy="1099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Ecommerce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UX Workshops</a:t>
            </a:r>
            <a:endParaRPr/>
          </a:p>
        </p:txBody>
      </p:sp>
      <p:pic>
        <p:nvPicPr>
          <p:cNvPr id="99" name="Google Shape;9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3227" y="817623"/>
            <a:ext cx="1541200" cy="4043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12"/>
          <p:cNvGrpSpPr/>
          <p:nvPr/>
        </p:nvGrpSpPr>
        <p:grpSpPr>
          <a:xfrm>
            <a:off x="1003646" y="2475695"/>
            <a:ext cx="1303406" cy="938857"/>
            <a:chOff x="914750" y="2410912"/>
            <a:chExt cx="1429800" cy="1029900"/>
          </a:xfrm>
        </p:grpSpPr>
        <p:sp>
          <p:nvSpPr>
            <p:cNvPr id="101" name="Google Shape;101;p12"/>
            <p:cNvSpPr/>
            <p:nvPr/>
          </p:nvSpPr>
          <p:spPr>
            <a:xfrm>
              <a:off x="914750" y="2410912"/>
              <a:ext cx="1429800" cy="1029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32613" y="2528562"/>
              <a:ext cx="1194075" cy="794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type="title"/>
          </p:nvPr>
        </p:nvSpPr>
        <p:spPr>
          <a:xfrm>
            <a:off x="700100" y="2190925"/>
            <a:ext cx="2163900" cy="584100"/>
          </a:xfrm>
          <a:prstGeom prst="rect">
            <a:avLst/>
          </a:prstGeom>
        </p:spPr>
        <p:txBody>
          <a:bodyPr anchorCtr="0" anchor="b" bIns="25700" lIns="51425" spcFirstLastPara="1" rIns="51425" wrap="square" tIns="2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Agenda</a:t>
            </a:r>
            <a:endParaRPr sz="3600"/>
          </a:p>
        </p:txBody>
      </p:sp>
      <p:sp>
        <p:nvSpPr>
          <p:cNvPr id="109" name="Google Shape;109;p13"/>
          <p:cNvSpPr/>
          <p:nvPr/>
        </p:nvSpPr>
        <p:spPr>
          <a:xfrm>
            <a:off x="4353421" y="1707972"/>
            <a:ext cx="148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1" i="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4353421" y="2331325"/>
            <a:ext cx="210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Sketches</a:t>
            </a:r>
            <a:endParaRPr b="1" i="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4048621" y="2487200"/>
            <a:ext cx="234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2654" y="1750436"/>
            <a:ext cx="284366" cy="2843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113;p13"/>
          <p:cNvCxnSpPr/>
          <p:nvPr/>
        </p:nvCxnSpPr>
        <p:spPr>
          <a:xfrm rot="10800000">
            <a:off x="4411425" y="2033200"/>
            <a:ext cx="24783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med" w="med" type="oval"/>
            <a:tailEnd len="med" w="med" type="none"/>
          </a:ln>
        </p:spPr>
      </p:cxnSp>
      <p:cxnSp>
        <p:nvCxnSpPr>
          <p:cNvPr id="114" name="Google Shape;114;p13"/>
          <p:cNvCxnSpPr/>
          <p:nvPr/>
        </p:nvCxnSpPr>
        <p:spPr>
          <a:xfrm rot="10800000">
            <a:off x="4411425" y="2642800"/>
            <a:ext cx="24783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med" w="med" type="oval"/>
            <a:tailEnd len="med" w="med" type="none"/>
          </a:ln>
        </p:spPr>
      </p:cxnSp>
      <p:pic>
        <p:nvPicPr>
          <p:cNvPr id="115" name="Google Shape;11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6024" y="2219713"/>
            <a:ext cx="525400" cy="52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"/>
          <p:cNvSpPr txBox="1"/>
          <p:nvPr>
            <p:ph type="title"/>
          </p:nvPr>
        </p:nvSpPr>
        <p:spPr>
          <a:xfrm>
            <a:off x="727175" y="0"/>
            <a:ext cx="7788300" cy="649200"/>
          </a:xfrm>
          <a:prstGeom prst="rect">
            <a:avLst/>
          </a:prstGeom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Overview</a:t>
            </a:r>
            <a:endParaRPr/>
          </a:p>
        </p:txBody>
      </p:sp>
      <p:sp>
        <p:nvSpPr>
          <p:cNvPr id="122" name="Google Shape;122;p14"/>
          <p:cNvSpPr txBox="1"/>
          <p:nvPr>
            <p:ph idx="1" type="body"/>
          </p:nvPr>
        </p:nvSpPr>
        <p:spPr>
          <a:xfrm>
            <a:off x="727050" y="795250"/>
            <a:ext cx="7788300" cy="3350700"/>
          </a:xfrm>
          <a:prstGeom prst="rect">
            <a:avLst/>
          </a:prstGeom>
        </p:spPr>
        <p:txBody>
          <a:bodyPr anchorCtr="0" anchor="t" bIns="25700" lIns="51425" spcFirstLastPara="1" rIns="51425" wrap="square" tIns="2570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/>
              <a:t>The </a:t>
            </a:r>
            <a:r>
              <a:rPr lang="en-US" sz="1400"/>
              <a:t>sketches</a:t>
            </a:r>
            <a:r>
              <a:rPr lang="en-US" sz="1400"/>
              <a:t> are intended to give a baseline understanding of the user journeys/flows and the page layouts involved </a:t>
            </a:r>
            <a:r>
              <a:rPr lang="en-US" sz="1400"/>
              <a:t>throughout</a:t>
            </a:r>
            <a:r>
              <a:rPr lang="en-US" sz="1400"/>
              <a:t>. These have been designed based on the requirements. During the review sessions these will be tweaked/ revised as necessary based on the feedback.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/>
              <a:t>These pages/functionalities will be incrementally added during the sessions based on the agenda.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/>
              <a:t>Next Steps: Approved pages will be designed in HTML as per the branding guidelines published by the HAPG team.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/>
              <a:t>The draft wireframes are available </a:t>
            </a:r>
            <a:r>
              <a:rPr lang="en-US" sz="1400" u="sng">
                <a:solidFill>
                  <a:schemeClr val="hlink"/>
                </a:solidFill>
                <a:hlinkClick r:id="rId3"/>
              </a:rPr>
              <a:t>here</a:t>
            </a:r>
            <a:r>
              <a:rPr lang="en-US" sz="1400"/>
              <a:t>:</a:t>
            </a:r>
            <a:endParaRPr sz="2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1" lang="en-US" sz="1300"/>
              <a:t>Note: Mobile and Tab views will be designed once these </a:t>
            </a:r>
            <a:r>
              <a:rPr i="1" lang="en-US" sz="1300"/>
              <a:t>sketches</a:t>
            </a:r>
            <a:r>
              <a:rPr i="1" lang="en-US" sz="1300"/>
              <a:t> are finalized</a:t>
            </a:r>
            <a:endParaRPr i="1"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title"/>
          </p:nvPr>
        </p:nvSpPr>
        <p:spPr>
          <a:xfrm>
            <a:off x="727175" y="0"/>
            <a:ext cx="7788300" cy="649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Day- 1 Agenda</a:t>
            </a:r>
            <a:endParaRPr/>
          </a:p>
        </p:txBody>
      </p:sp>
      <p:graphicFrame>
        <p:nvGraphicFramePr>
          <p:cNvPr id="129" name="Google Shape;129;p15"/>
          <p:cNvGraphicFramePr/>
          <p:nvPr/>
        </p:nvGraphicFramePr>
        <p:xfrm>
          <a:off x="833800" y="86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{0B2C1C1F-EA7E-45F1-867A-2AA323ADCD36}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Topic</a:t>
                      </a:r>
                      <a:endParaRPr b="1"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b="1"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Pages</a:t>
                      </a:r>
                      <a:endParaRPr b="1"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Remarks</a:t>
                      </a:r>
                      <a:endParaRPr b="1"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Journey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Unregistered User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 to End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04800" lvl="0" marL="45720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rgbClr val="434343"/>
                        </a:buClr>
                        <a:buSzPts val="1200"/>
                        <a:buFont typeface="Calibri"/>
                        <a:buChar char="-"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Landing Page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04800" lvl="0" marL="45720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34343"/>
                        </a:buClr>
                        <a:buSzPts val="1200"/>
                        <a:buFont typeface="Calibri"/>
                        <a:buChar char="-"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 Page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04800" lvl="0" marL="45720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34343"/>
                        </a:buClr>
                        <a:buSzPts val="1200"/>
                        <a:buFont typeface="Calibri"/>
                        <a:buChar char="-"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Registration Page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04800" lvl="0" marL="45720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34343"/>
                        </a:buClr>
                        <a:buSzPts val="1200"/>
                        <a:buFont typeface="Calibri"/>
                        <a:buChar char="-"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Header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04800" lvl="0" marL="45720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34343"/>
                        </a:buClr>
                        <a:buSzPts val="1200"/>
                        <a:buFont typeface="Calibri"/>
                        <a:buChar char="-"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Footer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04800" lvl="0" marL="45720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34343"/>
                        </a:buClr>
                        <a:buSzPts val="1200"/>
                        <a:buFont typeface="Calibri"/>
                        <a:buChar char="-"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 Details Page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Journey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Registered User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Home Page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04800" lvl="0" marL="45720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rgbClr val="434343"/>
                        </a:buClr>
                        <a:buSzPts val="1200"/>
                        <a:buFont typeface="Calibri"/>
                        <a:buChar char="-"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Header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04800" lvl="0" marL="45720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34343"/>
                        </a:buClr>
                        <a:buSzPts val="1200"/>
                        <a:buFont typeface="Calibri"/>
                        <a:buChar char="-"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Footer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04800" lvl="0" marL="45720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34343"/>
                        </a:buClr>
                        <a:buSzPts val="1200"/>
                        <a:buFont typeface="Calibri"/>
                        <a:buChar char="-"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 Listing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727175" y="0"/>
            <a:ext cx="7788300" cy="649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Day- 2 Agenda</a:t>
            </a:r>
            <a:endParaRPr/>
          </a:p>
        </p:txBody>
      </p:sp>
      <p:graphicFrame>
        <p:nvGraphicFramePr>
          <p:cNvPr id="136" name="Google Shape;136;p16"/>
          <p:cNvGraphicFramePr/>
          <p:nvPr/>
        </p:nvGraphicFramePr>
        <p:xfrm>
          <a:off x="867875" y="1024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{0B2C1C1F-EA7E-45F1-867A-2AA323ADCD36}</a:tableStyleId>
              </a:tblPr>
              <a:tblGrid>
                <a:gridCol w="1471250"/>
                <a:gridCol w="1565275"/>
                <a:gridCol w="2392725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Topic</a:t>
                      </a:r>
                      <a:endParaRPr b="1"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b="1"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Pages</a:t>
                      </a:r>
                      <a:endParaRPr b="1"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Remarks</a:t>
                      </a:r>
                      <a:endParaRPr b="1"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Journey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Unregistered User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rgbClr val="434343"/>
                        </a:buClr>
                        <a:buSzPts val="1200"/>
                        <a:buFont typeface="Calibri"/>
                        <a:buChar char="-"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 Incorporated Changes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Journey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Registered User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Home Page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04800" lvl="0" marL="45720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rgbClr val="434343"/>
                        </a:buClr>
                        <a:buSzPts val="1200"/>
                        <a:buFont typeface="Calibri"/>
                        <a:buChar char="-"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Header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04800" lvl="0" marL="45720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34343"/>
                        </a:buClr>
                        <a:buSzPts val="1200"/>
                        <a:buFont typeface="Calibri"/>
                        <a:buChar char="-"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Footer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04800" lvl="0" marL="45720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34343"/>
                        </a:buClr>
                        <a:buSzPts val="1200"/>
                        <a:buFont typeface="Calibri"/>
                        <a:buChar char="-"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Listing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 Incorporated Changes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Home Page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04800" lvl="0" marL="45720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rgbClr val="434343"/>
                        </a:buClr>
                        <a:buSzPts val="1200"/>
                        <a:buFont typeface="Calibri"/>
                        <a:buChar char="-"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Featured Products etc.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04800" lvl="0" marL="45720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34343"/>
                        </a:buClr>
                        <a:buSzPts val="1200"/>
                        <a:buFont typeface="Calibri"/>
                        <a:buChar char="-"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Products Listing Page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04800" lvl="0" marL="45720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34343"/>
                        </a:buClr>
                        <a:buSzPts val="1200"/>
                        <a:buFont typeface="Calibri"/>
                        <a:buChar char="-"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Products Configuration Page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>
            <p:ph type="title"/>
          </p:nvPr>
        </p:nvSpPr>
        <p:spPr>
          <a:xfrm>
            <a:off x="727175" y="0"/>
            <a:ext cx="7788300" cy="649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Day- 3 Agenda</a:t>
            </a:r>
            <a:endParaRPr/>
          </a:p>
        </p:txBody>
      </p:sp>
      <p:graphicFrame>
        <p:nvGraphicFramePr>
          <p:cNvPr id="143" name="Google Shape;143;p17"/>
          <p:cNvGraphicFramePr/>
          <p:nvPr/>
        </p:nvGraphicFramePr>
        <p:xfrm>
          <a:off x="867875" y="1024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{0B2C1C1F-EA7E-45F1-867A-2AA323ADCD36}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Topic</a:t>
                      </a:r>
                      <a:endParaRPr b="1"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b="1"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Pages</a:t>
                      </a:r>
                      <a:endParaRPr b="1"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Remarks</a:t>
                      </a:r>
                      <a:endParaRPr b="1"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Journey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Registered User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Home Page (Continues)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04800" lvl="0" marL="45720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rgbClr val="434343"/>
                        </a:buClr>
                        <a:buSzPts val="1200"/>
                        <a:buFont typeface="Calibri"/>
                        <a:buChar char="-"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Featured Products etc.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04800" lvl="0" marL="45720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34343"/>
                        </a:buClr>
                        <a:buSzPts val="1200"/>
                        <a:buFont typeface="Calibri"/>
                        <a:buChar char="-"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Products Listing Page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04800" lvl="0" marL="45720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34343"/>
                        </a:buClr>
                        <a:buSzPts val="1200"/>
                        <a:buFont typeface="Calibri"/>
                        <a:buChar char="-"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Products Configuration Page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 Incorporated Changes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Registered User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RFQ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Touch Points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Mini Cart 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Cart Detail Page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 Page for RFQ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 Management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/>
          <p:nvPr>
            <p:ph type="title"/>
          </p:nvPr>
        </p:nvSpPr>
        <p:spPr>
          <a:xfrm>
            <a:off x="727175" y="0"/>
            <a:ext cx="7788300" cy="649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Day- 4 Agenda</a:t>
            </a:r>
            <a:endParaRPr/>
          </a:p>
        </p:txBody>
      </p:sp>
      <p:graphicFrame>
        <p:nvGraphicFramePr>
          <p:cNvPr id="150" name="Google Shape;150;p18"/>
          <p:cNvGraphicFramePr/>
          <p:nvPr/>
        </p:nvGraphicFramePr>
        <p:xfrm>
          <a:off x="845175" y="71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{0B2C1C1F-EA7E-45F1-867A-2AA323ADCD36}</a:tableStyleId>
              </a:tblPr>
              <a:tblGrid>
                <a:gridCol w="1934650"/>
                <a:gridCol w="1934650"/>
                <a:gridCol w="1934650"/>
                <a:gridCol w="1934650"/>
              </a:tblGrid>
              <a:tr h="33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Topic</a:t>
                      </a:r>
                      <a:endParaRPr b="1"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b="1"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Pages</a:t>
                      </a:r>
                      <a:endParaRPr b="1"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Remarks</a:t>
                      </a:r>
                      <a:endParaRPr b="1"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49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Registered User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RFQ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touch Points (</a:t>
                      </a: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Continues)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 Incorporated Changes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Mini Cart </a:t>
                      </a: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(Continues)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Cart Detail Page</a:t>
                      </a: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 Continues)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 Page for RFQ (Continues)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 Management </a:t>
                      </a: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(Continues)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 Incorporated Changes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Registered User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RFQ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 Detail Page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 Summary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0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 Profile Page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Dashboards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>
            <p:ph type="title"/>
          </p:nvPr>
        </p:nvSpPr>
        <p:spPr>
          <a:xfrm>
            <a:off x="727175" y="0"/>
            <a:ext cx="7788300" cy="649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Day- 5 Agenda</a:t>
            </a:r>
            <a:endParaRPr/>
          </a:p>
        </p:txBody>
      </p:sp>
      <p:graphicFrame>
        <p:nvGraphicFramePr>
          <p:cNvPr id="157" name="Google Shape;157;p19"/>
          <p:cNvGraphicFramePr/>
          <p:nvPr/>
        </p:nvGraphicFramePr>
        <p:xfrm>
          <a:off x="867875" y="1024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{0B2C1C1F-EA7E-45F1-867A-2AA323ADCD36}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Topic</a:t>
                      </a:r>
                      <a:endParaRPr b="1"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b="1"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Pages</a:t>
                      </a:r>
                      <a:endParaRPr b="1"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Remarks</a:t>
                      </a:r>
                      <a:endParaRPr b="1"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Registered Users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Unr</a:t>
                      </a: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egistered Users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Pages</a:t>
                      </a:r>
                      <a:endParaRPr sz="1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7620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34343"/>
                        </a:buClr>
                        <a:buSzPts val="1200"/>
                        <a:buFont typeface="Calibri"/>
                        <a:buChar char="-"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rsys">
  <a:themeElements>
    <a:clrScheme name="McD color scheme">
      <a:dk1>
        <a:srgbClr val="000000"/>
      </a:dk1>
      <a:lt1>
        <a:srgbClr val="FFFFFF"/>
      </a:lt1>
      <a:dk2>
        <a:srgbClr val="8EAFDE"/>
      </a:dk2>
      <a:lt2>
        <a:srgbClr val="E7E6E6"/>
      </a:lt2>
      <a:accent1>
        <a:srgbClr val="E31737"/>
      </a:accent1>
      <a:accent2>
        <a:srgbClr val="FFC427"/>
      </a:accent2>
      <a:accent3>
        <a:srgbClr val="B4D78E"/>
      </a:accent3>
      <a:accent4>
        <a:srgbClr val="749CD3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