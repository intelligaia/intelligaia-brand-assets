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kg/intelligaia-deck-design/assets/arc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097280"/>
            <a:ext cx="6400800" cy="4160520"/>
          </a:xfrm>
          <a:prstGeom prst="rect">
            <a:avLst/>
          </a:prstGeom>
        </p:spPr>
      </p:pic>
      <p:pic>
        <p:nvPicPr>
          <p:cNvPr id="3" name="Image 1" descr="/tmp/pkg/intelligaia-deck-design/assets/starburst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4028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0372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spc="200" kern="0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1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97280" y="10149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097280" y="13807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Team, global presence &amp; certifications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19751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Do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97280" y="23408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Research, design &amp; AI engineering services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97280" y="29352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Work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097280" y="3300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Goodness Loop in practice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9728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097280" y="426110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 studies, testimonials &amp; client outcomes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892040"/>
            <a:ext cx="411480" cy="411480"/>
          </a:xfrm>
          <a:prstGeom prst="ellipse">
            <a:avLst/>
          </a:prstGeom>
          <a:solidFill>
            <a:srgbClr val="FFD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097280" y="48554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1F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Next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1097280" y="52212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Partnership opportunities &amp; next steps</a:t>
            </a:r>
            <a:endParaRPr lang="en-US" sz="1200" dirty="0"/>
          </a:p>
        </p:txBody>
      </p:sp>
      <p:pic>
        <p:nvPicPr>
          <p:cNvPr id="20" name="Image 2" descr="/tmp/pkg/intelligaia-deck-design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09360"/>
            <a:ext cx="1188720" cy="411480"/>
          </a:xfrm>
          <a:prstGeom prst="rect">
            <a:avLst/>
          </a:prstGeom>
        </p:spPr>
      </p:pic>
      <p:pic>
        <p:nvPicPr>
          <p:cNvPr id="21" name="Image 3" descr="/tmp/pkg/intelligaia-deck-design/assets/deep-tech-lock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2" y="6327648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2026-08-09T20:39:11Z</dcterms:created>
  <dcterms:modified xsi:type="dcterms:W3CDTF">2026-08-09T20:39:11Z</dcterms:modified>
</cp:coreProperties>
</file>