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verbuild/assets/cover-arc-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-1691640"/>
            <a:ext cx="13898880" cy="9034272"/>
          </a:xfrm>
          <a:prstGeom prst="rect">
            <a:avLst/>
          </a:prstGeom>
        </p:spPr>
      </p:pic>
      <p:pic>
        <p:nvPicPr>
          <p:cNvPr id="3" name="Image 1" descr="/tmp/coverbuild/cover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-292608"/>
            <a:ext cx="8183880" cy="7447498"/>
          </a:xfrm>
          <a:prstGeom prst="rect">
            <a:avLst/>
          </a:prstGeom>
        </p:spPr>
      </p:pic>
      <p:pic>
        <p:nvPicPr>
          <p:cNvPr id="4" name="Image 2" descr="/tmp/coverbuild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11480"/>
            <a:ext cx="2011680" cy="685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48056" y="18745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AI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Prototyping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Studio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GovTech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Bhutan.</a:t>
            </a:r>
            <a:endParaRPr lang="en-US" sz="2700" dirty="0"/>
          </a:p>
        </p:txBody>
      </p:sp>
      <p:sp>
        <p:nvSpPr>
          <p:cNvPr id="6" name="Text 1"/>
          <p:cNvSpPr/>
          <p:nvPr/>
        </p:nvSpPr>
        <p:spPr>
          <a:xfrm>
            <a:off x="448056" y="42793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rapid prototyping by shipping real citizen services — a studio, not a seminar.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448056" y="5440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GovTech Agency, Royal Government of Bhutan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August 2026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rajiv@intelligaia.com · intelligaia.com</a:t>
            </a:r>
            <a:endParaRPr lang="en-US" sz="850" dirty="0"/>
          </a:p>
        </p:txBody>
      </p:sp>
      <p:pic>
        <p:nvPicPr>
          <p:cNvPr id="8" name="Image 3" descr="/tmp/coverbuild/govtech-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502920"/>
            <a:ext cx="2286000" cy="4924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2026-08-11T18:15:28Z</dcterms:created>
  <dcterms:modified xsi:type="dcterms:W3CDTF">2026-08-11T18:15:28Z</dcterms:modified>
</cp:coreProperties>
</file>